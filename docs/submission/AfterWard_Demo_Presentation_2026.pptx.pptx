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AfterWard demo slide 1. Consistent AfterWard brand header and footer. Original content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AfterWard demo slide 2. Consistent AfterWard brand header and footer. Original content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AfterWard demo slide 3. Consistent AfterWard brand header and footer. Original content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AfterWard demo slide 4. Consistent AfterWard brand header and footer. Original content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AfterWard demo slide 5. Consistent AfterWard brand header and footer. Original content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AfterWard demo slide 6. Consistent AfterWard brand header and footer. Original content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AfterWard demo slide 7. Consistent AfterWard brand header and footer. Original content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AfterWard demo slide 8. Consistent AfterWard brand header and footer. Original content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afterward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89204"/>
          </a:xfrm>
          <a:prstGeom prst="rect">
            <a:avLst/>
          </a:prstGeom>
        </p:spPr>
      </p:pic>
      <p:pic>
        <p:nvPicPr>
          <p:cNvPr id="4" name="Picture 3" descr="afterward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33518"/>
            <a:ext cx="9144000" cy="3099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afterward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89204"/>
          </a:xfrm>
          <a:prstGeom prst="rect">
            <a:avLst/>
          </a:prstGeom>
        </p:spPr>
      </p:pic>
      <p:pic>
        <p:nvPicPr>
          <p:cNvPr id="4" name="Picture 3" descr="afterward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33518"/>
            <a:ext cx="9144000" cy="3099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afterward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89204"/>
          </a:xfrm>
          <a:prstGeom prst="rect">
            <a:avLst/>
          </a:prstGeom>
        </p:spPr>
      </p:pic>
      <p:pic>
        <p:nvPicPr>
          <p:cNvPr id="4" name="Picture 3" descr="afterward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33518"/>
            <a:ext cx="9144000" cy="3099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afterward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89204"/>
          </a:xfrm>
          <a:prstGeom prst="rect">
            <a:avLst/>
          </a:prstGeom>
        </p:spPr>
      </p:pic>
      <p:pic>
        <p:nvPicPr>
          <p:cNvPr id="4" name="Picture 3" descr="afterward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33518"/>
            <a:ext cx="9144000" cy="3099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afterward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89204"/>
          </a:xfrm>
          <a:prstGeom prst="rect">
            <a:avLst/>
          </a:prstGeom>
        </p:spPr>
      </p:pic>
      <p:pic>
        <p:nvPicPr>
          <p:cNvPr id="4" name="Picture 3" descr="afterward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33518"/>
            <a:ext cx="9144000" cy="3099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afterward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89204"/>
          </a:xfrm>
          <a:prstGeom prst="rect">
            <a:avLst/>
          </a:prstGeom>
        </p:spPr>
      </p:pic>
      <p:pic>
        <p:nvPicPr>
          <p:cNvPr id="4" name="Picture 3" descr="afterward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33518"/>
            <a:ext cx="9144000" cy="3099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" y="4480560"/>
            <a:ext cx="8823960" cy="256032"/>
          </a:xfrm>
          <a:prstGeom prst="rect">
            <a:avLst/>
          </a:prstGeom>
          <a:solidFill>
            <a:srgbClr val="F9F6F2"/>
          </a:solidFill>
          <a:ln>
            <a:noFill/>
          </a:ln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739"/>
                </a:solidFill>
                <a:latin typeface="Aptos"/>
              </a:defRPr>
            </a:pPr>
            <a:r>
              <a:t>Not a chatbot wrapper. Nine MCP tools, two prompts and an MCP App connect the letter, recovery plan and voice experience.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afterward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89204"/>
          </a:xfrm>
          <a:prstGeom prst="rect">
            <a:avLst/>
          </a:prstGeom>
        </p:spPr>
      </p:pic>
      <p:pic>
        <p:nvPicPr>
          <p:cNvPr id="4" name="Picture 3" descr="afterward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33518"/>
            <a:ext cx="9144000" cy="3099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afterward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89204"/>
          </a:xfrm>
          <a:prstGeom prst="rect">
            <a:avLst/>
          </a:prstGeom>
        </p:spPr>
      </p:pic>
      <p:pic>
        <p:nvPicPr>
          <p:cNvPr id="4" name="Picture 3" descr="afterward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33518"/>
            <a:ext cx="9144000" cy="3099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